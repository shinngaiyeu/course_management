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austina" charset="1" panose="00000500000000000000"/>
      <p:regular r:id="rId17"/>
    </p:embeddedFont>
    <p:embeddedFont>
      <p:font typeface="Asap Bold" charset="1" panose="020F0804030202060203"/>
      <p:regular r:id="rId18"/>
    </p:embeddedFont>
    <p:embeddedFont>
      <p:font typeface="Asap" charset="1" panose="020F0504030202060203"/>
      <p:regular r:id="rId19"/>
    </p:embeddedFont>
    <p:embeddedFont>
      <p:font typeface="Finess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9.xml" Type="http://schemas.openxmlformats.org/officeDocument/2006/relationships/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803" y="2190254"/>
            <a:ext cx="9121980" cy="24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0"/>
              </a:lnSpc>
            </a:pPr>
            <a:r>
              <a:rPr lang="en-US" sz="8000">
                <a:solidFill>
                  <a:srgbClr val="1E3256"/>
                </a:solidFill>
                <a:latin typeface="Faustina"/>
                <a:ea typeface="Faustina"/>
                <a:cs typeface="Faustina"/>
                <a:sym typeface="Faustina"/>
              </a:rPr>
              <a:t>Presentation For Develop Trainee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72800" y="0"/>
            <a:ext cx="7315200" cy="10287000"/>
            <a:chOff x="0" y="0"/>
            <a:chExt cx="9753600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1951" t="0" r="1951" b="0"/>
            <a:stretch>
              <a:fillRect/>
            </a:stretch>
          </p:blipFill>
          <p:spPr>
            <a:xfrm flipH="false" flipV="false">
              <a:off x="0" y="0"/>
              <a:ext cx="9753600" cy="137160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0" y="6173411"/>
            <a:ext cx="10972800" cy="4113589"/>
            <a:chOff x="0" y="0"/>
            <a:chExt cx="5584829" cy="20936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4829" cy="2093694"/>
            </a:xfrm>
            <a:custGeom>
              <a:avLst/>
              <a:gdLst/>
              <a:ahLst/>
              <a:cxnLst/>
              <a:rect r="r" b="b" t="t" l="l"/>
              <a:pathLst>
                <a:path h="2093694" w="5584829">
                  <a:moveTo>
                    <a:pt x="0" y="0"/>
                  </a:moveTo>
                  <a:lnTo>
                    <a:pt x="5584829" y="0"/>
                  </a:lnTo>
                  <a:lnTo>
                    <a:pt x="5584829" y="2093694"/>
                  </a:lnTo>
                  <a:lnTo>
                    <a:pt x="0" y="2093694"/>
                  </a:lnTo>
                  <a:close/>
                </a:path>
              </a:pathLst>
            </a:custGeom>
            <a:solidFill>
              <a:srgbClr val="1E325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7295946"/>
            <a:ext cx="4000741" cy="779882"/>
            <a:chOff x="0" y="0"/>
            <a:chExt cx="5334321" cy="10398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5334321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b="true" sz="2399">
                  <a:solidFill>
                    <a:srgbClr val="EDECED"/>
                  </a:solidFill>
                  <a:latin typeface="Asap Bold"/>
                  <a:ea typeface="Asap Bold"/>
                  <a:cs typeface="Asap Bold"/>
                  <a:sym typeface="Asap Bold"/>
                </a:rPr>
                <a:t>Presented by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89628"/>
              <a:ext cx="5334321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EDECED"/>
                  </a:solidFill>
                  <a:latin typeface="Asap"/>
                  <a:ea typeface="Asap"/>
                  <a:cs typeface="Asap"/>
                  <a:sym typeface="Asap"/>
                </a:rPr>
                <a:t>Ta Quy Minh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50350" y="7295946"/>
            <a:ext cx="4000741" cy="779882"/>
            <a:chOff x="0" y="0"/>
            <a:chExt cx="5334321" cy="103984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5334321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b="true" sz="2399">
                  <a:solidFill>
                    <a:srgbClr val="EDECED"/>
                  </a:solidFill>
                  <a:latin typeface="Asap Bold"/>
                  <a:ea typeface="Asap Bold"/>
                  <a:cs typeface="Asap Bold"/>
                  <a:sym typeface="Asap Bold"/>
                </a:rPr>
                <a:t>Presented date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9628"/>
              <a:ext cx="5334321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964007"/>
            <a:chOff x="0" y="0"/>
            <a:chExt cx="8829757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29756" cy="1913890"/>
            </a:xfrm>
            <a:custGeom>
              <a:avLst/>
              <a:gdLst/>
              <a:ahLst/>
              <a:cxnLst/>
              <a:rect r="r" b="b" t="t" l="l"/>
              <a:pathLst>
                <a:path h="1913890" w="8829756">
                  <a:moveTo>
                    <a:pt x="0" y="0"/>
                  </a:moveTo>
                  <a:lnTo>
                    <a:pt x="8829756" y="0"/>
                  </a:lnTo>
                  <a:lnTo>
                    <a:pt x="8829756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1E325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0066" y="1569686"/>
            <a:ext cx="702757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515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Chương trình làm việc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80724" y="1166855"/>
            <a:ext cx="5878576" cy="2179638"/>
            <a:chOff x="0" y="0"/>
            <a:chExt cx="4434882" cy="1644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34882" cy="1644350"/>
            </a:xfrm>
            <a:custGeom>
              <a:avLst/>
              <a:gdLst/>
              <a:ahLst/>
              <a:cxnLst/>
              <a:rect r="r" b="b" t="t" l="l"/>
              <a:pathLst>
                <a:path h="1644350" w="4434882">
                  <a:moveTo>
                    <a:pt x="39509" y="0"/>
                  </a:moveTo>
                  <a:lnTo>
                    <a:pt x="4395373" y="0"/>
                  </a:lnTo>
                  <a:cubicBezTo>
                    <a:pt x="4405851" y="0"/>
                    <a:pt x="4415901" y="4163"/>
                    <a:pt x="4423310" y="11572"/>
                  </a:cubicBezTo>
                  <a:cubicBezTo>
                    <a:pt x="4430719" y="18981"/>
                    <a:pt x="4434882" y="29031"/>
                    <a:pt x="4434882" y="39509"/>
                  </a:cubicBezTo>
                  <a:lnTo>
                    <a:pt x="4434882" y="1604841"/>
                  </a:lnTo>
                  <a:cubicBezTo>
                    <a:pt x="4434882" y="1626661"/>
                    <a:pt x="4417193" y="1644350"/>
                    <a:pt x="4395373" y="1644350"/>
                  </a:cubicBezTo>
                  <a:lnTo>
                    <a:pt x="39509" y="1644350"/>
                  </a:lnTo>
                  <a:cubicBezTo>
                    <a:pt x="17689" y="1644350"/>
                    <a:pt x="0" y="1626661"/>
                    <a:pt x="0" y="1604841"/>
                  </a:cubicBezTo>
                  <a:lnTo>
                    <a:pt x="0" y="39509"/>
                  </a:lnTo>
                  <a:cubicBezTo>
                    <a:pt x="0" y="17689"/>
                    <a:pt x="17689" y="0"/>
                    <a:pt x="3950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34882" cy="169197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Sử dụng </a:t>
              </a:r>
              <a:r>
                <a:rPr lang="en-US" sz="1700" b="true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liên kết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để đi đến một trang khác trong bản thuyết trình của bạn.</a:t>
              </a:r>
            </a:p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Đánh dấu văn bản, nhấp vào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biểu tượng liên kết trên thanh công cụ và chọn trang trong bản thuyết trình mà bạn muốn kết nối.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0066" y="5246317"/>
            <a:ext cx="4219325" cy="3769917"/>
            <a:chOff x="0" y="0"/>
            <a:chExt cx="5625766" cy="50265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8047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61694" y="14182"/>
              <a:ext cx="4564072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  <a:hlinkClick r:id="rId2" action="ppaction://hlinksldjump"/>
                </a:rPr>
                <a:t>T</a:t>
              </a:r>
              <a:r>
                <a:rPr lang="en-US" sz="2399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echnical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20319"/>
              <a:ext cx="68047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02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61694" y="1501176"/>
              <a:ext cx="4564072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ERD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907313"/>
              <a:ext cx="68047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03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61694" y="2988170"/>
              <a:ext cx="4564072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u="none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System architecture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394308"/>
              <a:ext cx="68047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04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61694" y="4470261"/>
              <a:ext cx="4564072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API Sequen</a:t>
              </a:r>
              <a:r>
                <a:rPr lang="en-US" sz="2399" u="none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ce Diagrams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571" y="3964007"/>
            <a:ext cx="6715429" cy="6322993"/>
            <a:chOff x="0" y="0"/>
            <a:chExt cx="8953906" cy="8430657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3"/>
            <a:srcRect l="0" t="18614" r="0" b="18614"/>
            <a:stretch>
              <a:fillRect/>
            </a:stretch>
          </p:blipFill>
          <p:spPr>
            <a:xfrm flipH="false" flipV="false">
              <a:off x="0" y="0"/>
              <a:ext cx="8953906" cy="8430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16939" cy="10287000"/>
            <a:chOff x="0" y="0"/>
            <a:chExt cx="3215134" cy="5235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15134" cy="5235777"/>
            </a:xfrm>
            <a:custGeom>
              <a:avLst/>
              <a:gdLst/>
              <a:ahLst/>
              <a:cxnLst/>
              <a:rect r="r" b="b" t="t" l="l"/>
              <a:pathLst>
                <a:path h="5235777" w="3215134">
                  <a:moveTo>
                    <a:pt x="0" y="0"/>
                  </a:moveTo>
                  <a:lnTo>
                    <a:pt x="3215134" y="0"/>
                  </a:lnTo>
                  <a:lnTo>
                    <a:pt x="3215134" y="5235777"/>
                  </a:lnTo>
                  <a:lnTo>
                    <a:pt x="0" y="5235777"/>
                  </a:lnTo>
                  <a:close/>
                </a:path>
              </a:pathLst>
            </a:custGeom>
            <a:solidFill>
              <a:srgbClr val="1E325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569366" y="7310825"/>
            <a:ext cx="2670923" cy="2368447"/>
          </a:xfrm>
          <a:custGeom>
            <a:avLst/>
            <a:gdLst/>
            <a:ahLst/>
            <a:cxnLst/>
            <a:rect r="r" b="b" t="t" l="l"/>
            <a:pathLst>
              <a:path h="2368447" w="2670923">
                <a:moveTo>
                  <a:pt x="0" y="0"/>
                </a:moveTo>
                <a:lnTo>
                  <a:pt x="2670924" y="0"/>
                </a:lnTo>
                <a:lnTo>
                  <a:pt x="2670924" y="2368447"/>
                </a:lnTo>
                <a:lnTo>
                  <a:pt x="0" y="2368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12469" y="7310825"/>
            <a:ext cx="2156601" cy="2368447"/>
          </a:xfrm>
          <a:custGeom>
            <a:avLst/>
            <a:gdLst/>
            <a:ahLst/>
            <a:cxnLst/>
            <a:rect r="r" b="b" t="t" l="l"/>
            <a:pathLst>
              <a:path h="2368447" w="2156601">
                <a:moveTo>
                  <a:pt x="0" y="0"/>
                </a:moveTo>
                <a:lnTo>
                  <a:pt x="2156601" y="0"/>
                </a:lnTo>
                <a:lnTo>
                  <a:pt x="2156601" y="2368447"/>
                </a:lnTo>
                <a:lnTo>
                  <a:pt x="0" y="2368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12" t="0" r="-421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74010" y="1361208"/>
            <a:ext cx="2757091" cy="2757091"/>
          </a:xfrm>
          <a:custGeom>
            <a:avLst/>
            <a:gdLst/>
            <a:ahLst/>
            <a:cxnLst/>
            <a:rect r="r" b="b" t="t" l="l"/>
            <a:pathLst>
              <a:path h="2757091" w="2757091">
                <a:moveTo>
                  <a:pt x="0" y="0"/>
                </a:moveTo>
                <a:lnTo>
                  <a:pt x="2757091" y="0"/>
                </a:lnTo>
                <a:lnTo>
                  <a:pt x="2757091" y="2757090"/>
                </a:lnTo>
                <a:lnTo>
                  <a:pt x="0" y="2757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2509" y="4118298"/>
            <a:ext cx="54519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720"/>
              </a:lnSpc>
              <a:buAutoNum type="arabicPeriod" startAt="1"/>
            </a:pPr>
            <a:r>
              <a:rPr lang="en-US" sz="560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Technical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6595" y="368721"/>
            <a:ext cx="54519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1E3256"/>
                </a:solidFill>
                <a:latin typeface="Faustina"/>
                <a:ea typeface="Faustina"/>
                <a:cs typeface="Faustina"/>
                <a:sym typeface="Faustina"/>
              </a:rPr>
              <a:t>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7309" y="6164477"/>
            <a:ext cx="37750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1E3256"/>
                </a:solidFill>
                <a:latin typeface="Faustina"/>
                <a:ea typeface="Faustina"/>
                <a:cs typeface="Faustina"/>
                <a:sym typeface="Faustina"/>
              </a:rPr>
              <a:t>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3251" y="6164477"/>
            <a:ext cx="37750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1E3256"/>
                </a:solidFill>
                <a:latin typeface="Faustina"/>
                <a:ea typeface="Faustina"/>
                <a:cs typeface="Faustina"/>
                <a:sym typeface="Faustina"/>
              </a:rPr>
              <a:t>Frontend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92533"/>
            <a:ext cx="16230600" cy="6441519"/>
          </a:xfrm>
          <a:custGeom>
            <a:avLst/>
            <a:gdLst/>
            <a:ahLst/>
            <a:cxnLst/>
            <a:rect r="r" b="b" t="t" l="l"/>
            <a:pathLst>
              <a:path h="6441519" w="16230600">
                <a:moveTo>
                  <a:pt x="0" y="0"/>
                </a:moveTo>
                <a:lnTo>
                  <a:pt x="16230600" y="0"/>
                </a:lnTo>
                <a:lnTo>
                  <a:pt x="16230600" y="6441519"/>
                </a:lnTo>
                <a:lnTo>
                  <a:pt x="0" y="6441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56853"/>
            <a:ext cx="8984106" cy="1493622"/>
            <a:chOff x="0" y="0"/>
            <a:chExt cx="11978808" cy="19914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1196"/>
              <a:ext cx="11978808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197880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1" indent="-377825" lvl="1">
                <a:lnSpc>
                  <a:spcPts val="4200"/>
                </a:lnSpc>
                <a:buAutoNum type="arabicPeriod" startAt="1"/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ERD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85511" y="7398838"/>
            <a:ext cx="5301621" cy="1293813"/>
            <a:chOff x="0" y="0"/>
            <a:chExt cx="7859342" cy="1918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59343" cy="1918001"/>
            </a:xfrm>
            <a:custGeom>
              <a:avLst/>
              <a:gdLst/>
              <a:ahLst/>
              <a:cxnLst/>
              <a:rect r="r" b="b" t="t" l="l"/>
              <a:pathLst>
                <a:path h="1918001" w="7859343">
                  <a:moveTo>
                    <a:pt x="43809" y="0"/>
                  </a:moveTo>
                  <a:lnTo>
                    <a:pt x="7815534" y="0"/>
                  </a:lnTo>
                  <a:cubicBezTo>
                    <a:pt x="7839729" y="0"/>
                    <a:pt x="7859343" y="19614"/>
                    <a:pt x="7859343" y="43809"/>
                  </a:cubicBezTo>
                  <a:lnTo>
                    <a:pt x="7859343" y="1874193"/>
                  </a:lnTo>
                  <a:cubicBezTo>
                    <a:pt x="7859343" y="1898387"/>
                    <a:pt x="7839729" y="1918001"/>
                    <a:pt x="7815534" y="1918001"/>
                  </a:cubicBezTo>
                  <a:lnTo>
                    <a:pt x="43809" y="1918001"/>
                  </a:lnTo>
                  <a:cubicBezTo>
                    <a:pt x="19614" y="1918001"/>
                    <a:pt x="0" y="1898387"/>
                    <a:pt x="0" y="1874193"/>
                  </a:cubicBezTo>
                  <a:lnTo>
                    <a:pt x="0" y="43809"/>
                  </a:lnTo>
                  <a:cubicBezTo>
                    <a:pt x="0" y="19614"/>
                    <a:pt x="19614" y="0"/>
                    <a:pt x="43809" y="0"/>
                  </a:cubicBezTo>
                  <a:close/>
                </a:path>
              </a:pathLst>
            </a:custGeom>
            <a:solidFill>
              <a:srgbClr val="EDECE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859342" cy="19656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Kéo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và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thả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ảnh hoặc video của bạn!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Nhấp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vào ảnh hoặc video mẫu và xóa.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Chọn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mục của bạn từ tab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Tải lên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, kéo và sau đó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thả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vào khung!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88960" y="1801215"/>
            <a:ext cx="13110081" cy="8210188"/>
          </a:xfrm>
          <a:custGeom>
            <a:avLst/>
            <a:gdLst/>
            <a:ahLst/>
            <a:cxnLst/>
            <a:rect r="r" b="b" t="t" l="l"/>
            <a:pathLst>
              <a:path h="8210188" w="13110081">
                <a:moveTo>
                  <a:pt x="0" y="0"/>
                </a:moveTo>
                <a:lnTo>
                  <a:pt x="13110080" y="0"/>
                </a:lnTo>
                <a:lnTo>
                  <a:pt x="13110080" y="8210188"/>
                </a:lnTo>
                <a:lnTo>
                  <a:pt x="0" y="8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73975"/>
            <a:ext cx="8984106" cy="1493622"/>
            <a:chOff x="0" y="0"/>
            <a:chExt cx="11978808" cy="199149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1196"/>
              <a:ext cx="11978808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1197880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3. </a:t>
              </a: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SYSTEM ARCHITECTURE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31253"/>
            <a:ext cx="10145025" cy="1493622"/>
            <a:chOff x="0" y="0"/>
            <a:chExt cx="13526700" cy="19914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1196"/>
              <a:ext cx="13526700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System Authentication</a:t>
              </a: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 Flow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197880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4. API</a:t>
              </a: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SEQUENCE DIAGRAMS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67668" y="2092615"/>
            <a:ext cx="10552664" cy="7677063"/>
          </a:xfrm>
          <a:custGeom>
            <a:avLst/>
            <a:gdLst/>
            <a:ahLst/>
            <a:cxnLst/>
            <a:rect r="r" b="b" t="t" l="l"/>
            <a:pathLst>
              <a:path h="7677063" w="10552664">
                <a:moveTo>
                  <a:pt x="0" y="0"/>
                </a:moveTo>
                <a:lnTo>
                  <a:pt x="10552664" y="0"/>
                </a:lnTo>
                <a:lnTo>
                  <a:pt x="10552664" y="7677063"/>
                </a:lnTo>
                <a:lnTo>
                  <a:pt x="0" y="7677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634"/>
            <a:ext cx="10145025" cy="1493622"/>
            <a:chOff x="0" y="0"/>
            <a:chExt cx="13526700" cy="19914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1196"/>
              <a:ext cx="13526700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HRIS Data Sync</a:t>
              </a: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 Flow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197880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4. API</a:t>
              </a: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SEQUENCE DIAGRAMS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45870" y="2054461"/>
            <a:ext cx="10396261" cy="8232539"/>
          </a:xfrm>
          <a:custGeom>
            <a:avLst/>
            <a:gdLst/>
            <a:ahLst/>
            <a:cxnLst/>
            <a:rect r="r" b="b" t="t" l="l"/>
            <a:pathLst>
              <a:path h="8232539" w="10396261">
                <a:moveTo>
                  <a:pt x="0" y="0"/>
                </a:moveTo>
                <a:lnTo>
                  <a:pt x="10396260" y="0"/>
                </a:lnTo>
                <a:lnTo>
                  <a:pt x="10396260" y="8232539"/>
                </a:lnTo>
                <a:lnTo>
                  <a:pt x="0" y="8232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2492"/>
            <a:ext cx="14337232" cy="1493622"/>
            <a:chOff x="0" y="0"/>
            <a:chExt cx="19116309" cy="19914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1196"/>
              <a:ext cx="19116309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Course Publishing</a:t>
              </a: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 Flow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197880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4. API</a:t>
              </a: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SEQUENCE DIAGRAMS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18306" y="2143140"/>
            <a:ext cx="13051389" cy="7455606"/>
          </a:xfrm>
          <a:custGeom>
            <a:avLst/>
            <a:gdLst/>
            <a:ahLst/>
            <a:cxnLst/>
            <a:rect r="r" b="b" t="t" l="l"/>
            <a:pathLst>
              <a:path h="7455606" w="13051389">
                <a:moveTo>
                  <a:pt x="0" y="0"/>
                </a:moveTo>
                <a:lnTo>
                  <a:pt x="13051388" y="0"/>
                </a:lnTo>
                <a:lnTo>
                  <a:pt x="13051388" y="7455606"/>
                </a:lnTo>
                <a:lnTo>
                  <a:pt x="0" y="745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85511" y="7398838"/>
            <a:ext cx="5301621" cy="1293813"/>
            <a:chOff x="0" y="0"/>
            <a:chExt cx="7859342" cy="1918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59343" cy="1918001"/>
            </a:xfrm>
            <a:custGeom>
              <a:avLst/>
              <a:gdLst/>
              <a:ahLst/>
              <a:cxnLst/>
              <a:rect r="r" b="b" t="t" l="l"/>
              <a:pathLst>
                <a:path h="1918001" w="7859343">
                  <a:moveTo>
                    <a:pt x="43809" y="0"/>
                  </a:moveTo>
                  <a:lnTo>
                    <a:pt x="7815534" y="0"/>
                  </a:lnTo>
                  <a:cubicBezTo>
                    <a:pt x="7839729" y="0"/>
                    <a:pt x="7859343" y="19614"/>
                    <a:pt x="7859343" y="43809"/>
                  </a:cubicBezTo>
                  <a:lnTo>
                    <a:pt x="7859343" y="1874193"/>
                  </a:lnTo>
                  <a:cubicBezTo>
                    <a:pt x="7859343" y="1898387"/>
                    <a:pt x="7839729" y="1918001"/>
                    <a:pt x="7815534" y="1918001"/>
                  </a:cubicBezTo>
                  <a:lnTo>
                    <a:pt x="43809" y="1918001"/>
                  </a:lnTo>
                  <a:cubicBezTo>
                    <a:pt x="19614" y="1918001"/>
                    <a:pt x="0" y="1898387"/>
                    <a:pt x="0" y="1874193"/>
                  </a:cubicBezTo>
                  <a:lnTo>
                    <a:pt x="0" y="43809"/>
                  </a:lnTo>
                  <a:cubicBezTo>
                    <a:pt x="0" y="19614"/>
                    <a:pt x="19614" y="0"/>
                    <a:pt x="43809" y="0"/>
                  </a:cubicBezTo>
                  <a:close/>
                </a:path>
              </a:pathLst>
            </a:custGeom>
            <a:solidFill>
              <a:srgbClr val="EDECE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859342" cy="19656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Kéo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và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thả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ảnh hoặc video của bạn!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Nhấp 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vào ảnh hoặc video mẫu và xóa.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Chọn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mục của bạn từ tab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Tải lên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, kéo và sau đó </a:t>
              </a:r>
              <a:r>
                <a:rPr lang="en-US" b="true" sz="1700">
                  <a:solidFill>
                    <a:srgbClr val="1E3256"/>
                  </a:solidFill>
                  <a:latin typeface="Asap Bold"/>
                  <a:ea typeface="Asap Bold"/>
                  <a:cs typeface="Asap Bold"/>
                  <a:sym typeface="Asap Bold"/>
                </a:rPr>
                <a:t>thả</a:t>
              </a:r>
              <a:r>
                <a:rPr lang="en-US" sz="1700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vào khung!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86652"/>
            <a:ext cx="8984106" cy="1484097"/>
            <a:chOff x="0" y="0"/>
            <a:chExt cx="11978808" cy="19787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48496"/>
              <a:ext cx="11978808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Course Consumption</a:t>
              </a: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 Flow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978808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4. API</a:t>
              </a:r>
              <a:r>
                <a:rPr lang="en-US" sz="3499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SEQUENCE DIAGRAMS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783551" y="1898956"/>
            <a:ext cx="11003261" cy="8004873"/>
          </a:xfrm>
          <a:custGeom>
            <a:avLst/>
            <a:gdLst/>
            <a:ahLst/>
            <a:cxnLst/>
            <a:rect r="r" b="b" t="t" l="l"/>
            <a:pathLst>
              <a:path h="8004873" w="11003261">
                <a:moveTo>
                  <a:pt x="0" y="0"/>
                </a:moveTo>
                <a:lnTo>
                  <a:pt x="11003262" y="0"/>
                </a:lnTo>
                <a:lnTo>
                  <a:pt x="11003262" y="8004872"/>
                </a:lnTo>
                <a:lnTo>
                  <a:pt x="0" y="800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9737" y="1897851"/>
            <a:ext cx="11188525" cy="8153638"/>
          </a:xfrm>
          <a:custGeom>
            <a:avLst/>
            <a:gdLst/>
            <a:ahLst/>
            <a:cxnLst/>
            <a:rect r="r" b="b" t="t" l="l"/>
            <a:pathLst>
              <a:path h="8153638" w="11188525">
                <a:moveTo>
                  <a:pt x="0" y="0"/>
                </a:moveTo>
                <a:lnTo>
                  <a:pt x="11188526" y="0"/>
                </a:lnTo>
                <a:lnTo>
                  <a:pt x="11188526" y="8153637"/>
                </a:lnTo>
                <a:lnTo>
                  <a:pt x="0" y="8153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0634"/>
            <a:ext cx="13901887" cy="1493622"/>
            <a:chOff x="0" y="0"/>
            <a:chExt cx="18535850" cy="19914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1196"/>
              <a:ext cx="18535850" cy="113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System Administration &amp; Error Recovery</a:t>
              </a:r>
              <a:r>
                <a:rPr lang="en-US" sz="5600">
                  <a:solidFill>
                    <a:srgbClr val="1E3256"/>
                  </a:solidFill>
                  <a:latin typeface="Faustina"/>
                  <a:ea typeface="Faustina"/>
                  <a:cs typeface="Faustina"/>
                  <a:sym typeface="Faustina"/>
                </a:rPr>
                <a:t> Flow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6414749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4. API</a:t>
              </a:r>
              <a:r>
                <a:rPr lang="en-US" sz="3500" spc="262">
                  <a:solidFill>
                    <a:srgbClr val="1E3256"/>
                  </a:solidFill>
                  <a:latin typeface="Asap"/>
                  <a:ea typeface="Asap"/>
                  <a:cs typeface="Asap"/>
                  <a:sym typeface="Asap"/>
                </a:rPr>
                <a:t> SEQUENCE DIAGRAMS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5712" y="3438525"/>
            <a:ext cx="9916577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4AAD"/>
                </a:solidFill>
                <a:latin typeface="Finesse"/>
                <a:ea typeface="Finesse"/>
                <a:cs typeface="Finesse"/>
                <a:sym typeface="Finesse"/>
              </a:rPr>
              <a:t>Thank You </a:t>
            </a:r>
          </a:p>
          <a:p>
            <a:pPr algn="ctr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004AAD"/>
                </a:solidFill>
                <a:latin typeface="Finesse"/>
                <a:ea typeface="Finesse"/>
                <a:cs typeface="Finesse"/>
                <a:sym typeface="Finesse"/>
              </a:rPr>
              <a:t>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DAHSDYqWRMg</dc:identifier>
  <dcterms:modified xsi:type="dcterms:W3CDTF">2011-08-01T06:04:30Z</dcterms:modified>
  <cp:revision>1</cp:revision>
  <dc:title>Presentation</dc:title>
</cp:coreProperties>
</file>